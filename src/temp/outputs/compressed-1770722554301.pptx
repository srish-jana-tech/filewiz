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FC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7242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Gym Management Platform: Streamlining Attendance &amp; User Management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640" y="925830"/>
            <a:ext cx="7670721" cy="131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a Gym Management Platform?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6640" y="2556629"/>
            <a:ext cx="3730109" cy="2268379"/>
          </a:xfrm>
          <a:prstGeom prst="roundRect">
            <a:avLst>
              <a:gd name="adj" fmla="val 483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780" y="2556629"/>
            <a:ext cx="91440" cy="2268379"/>
          </a:xfrm>
          <a:prstGeom prst="roundRect">
            <a:avLst>
              <a:gd name="adj" fmla="val 96672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1038463" y="2789873"/>
            <a:ext cx="3039428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Eliminate Manual Errors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38463" y="3244929"/>
            <a:ext cx="3195042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attendance and member tracking often lead to errors, consuming valuable time and resources.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677132" y="2556629"/>
            <a:ext cx="3730228" cy="2268379"/>
          </a:xfrm>
          <a:prstGeom prst="roundRect">
            <a:avLst>
              <a:gd name="adj" fmla="val 483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4272" y="2556629"/>
            <a:ext cx="91440" cy="2268379"/>
          </a:xfrm>
          <a:prstGeom prst="roundRect">
            <a:avLst>
              <a:gd name="adj" fmla="val 96672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4978956" y="2789873"/>
            <a:ext cx="3008114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Solution Needed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4978956" y="3244929"/>
            <a:ext cx="319516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robust digital solution is crucial for seamless management of users, attendance, and profiles.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36640" y="5035391"/>
            <a:ext cx="3730109" cy="2268379"/>
          </a:xfrm>
          <a:prstGeom prst="roundRect">
            <a:avLst>
              <a:gd name="adj" fmla="val 483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780" y="5035391"/>
            <a:ext cx="91440" cy="2268379"/>
          </a:xfrm>
          <a:prstGeom prst="roundRect">
            <a:avLst>
              <a:gd name="adj" fmla="val 96672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1038463" y="5268635"/>
            <a:ext cx="2734866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Interaction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038463" y="5723692"/>
            <a:ext cx="3195042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Facilitates better interaction between gym administrators and members through dedicated, intuitive dashboards.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7046833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 Overview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 database for robust data storage and retrieval, ensuring data integrity.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438043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Connectivity: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JDBC API facilitates a strong connection between the Java-based JSP frontend and the SQL database.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499961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JSP pages deliver a dynamic, interactive, and user-friendly web interface.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4345305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architecture guarantees a secure, scalable, and easy-to-maintain system, future-proofing your gym operations.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4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3160" y="586740"/>
            <a:ext cx="6536531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Roles &amp; Dashboards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33160" y="1573649"/>
            <a:ext cx="7650480" cy="2930128"/>
          </a:xfrm>
          <a:prstGeom prst="roundRect">
            <a:avLst>
              <a:gd name="adj" fmla="val 305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54140" y="1794629"/>
            <a:ext cx="640080" cy="640080"/>
          </a:xfrm>
          <a:prstGeom prst="roundRect">
            <a:avLst>
              <a:gd name="adj" fmla="val 14284286"/>
            </a:avLst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0114" y="1970603"/>
            <a:ext cx="288012" cy="288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54140" y="2648069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Dashboard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454140" y="3109436"/>
            <a:ext cx="7208520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user profiles: create, edit, delete members.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454140" y="3525441"/>
            <a:ext cx="7208520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and track attendance records efficiently.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454140" y="3941445"/>
            <a:ext cx="7208520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comprehensive reports and control system settings.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233160" y="4717137"/>
            <a:ext cx="7650480" cy="2930128"/>
          </a:xfrm>
          <a:prstGeom prst="roundRect">
            <a:avLst>
              <a:gd name="adj" fmla="val 305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54140" y="4938117"/>
            <a:ext cx="640080" cy="640080"/>
          </a:xfrm>
          <a:prstGeom prst="roundRect">
            <a:avLst>
              <a:gd name="adj" fmla="val 14284286"/>
            </a:avLst>
          </a:prstGeom>
          <a:solidFill>
            <a:srgbClr val="4950B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0114" y="5114092"/>
            <a:ext cx="288012" cy="2880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54140" y="5791557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Dashboard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6454140" y="6252924"/>
            <a:ext cx="7208520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personal attendance history and progress.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6454140" y="6668929"/>
            <a:ext cx="7208520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personal profile details securely.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6454140" y="7084933"/>
            <a:ext cx="7208520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important gym notifications and updates.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4108" y="612815"/>
            <a:ext cx="7728585" cy="1263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Attendance Management Feature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94108" y="2361724"/>
            <a:ext cx="4439841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empowers administrators to effortlessly mark daily attendance for each member, significantly boosting operational efficiency.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194108" y="3837146"/>
            <a:ext cx="4439841" cy="97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attendance data is stored securely in the SQL database, providing a reliable record of member activity.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194108" y="4989195"/>
            <a:ext cx="4439841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feature enables comprehensive tracking of member gym usage patterns and engagement levels, offering valuable insights into member behaviour.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194108" y="6464618"/>
            <a:ext cx="4439841" cy="97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the generation of detailed reports for attendance trends and member activity, aiding in better management decisions.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4725" y="2407206"/>
            <a:ext cx="2795468" cy="27954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70286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Profile Management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96703"/>
            <a:ext cx="4885015" cy="4885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828" y="2145625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Admins can seamlessly add new members with complete details, including name, contact information, and membership type.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39828" y="2950726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allows for easy editing or deletion of existing profiles, ensuring that all data remains accurate and up-to-date.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39828" y="3755827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 have the autonomy to update their own profile details directly through their personalised dashboards.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9828" y="4560927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functionality ensures a current and accurate member information database, contributing to smooth gym operations and improved member satisfaction.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682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79" y="3058001"/>
            <a:ext cx="808017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Workflow &amp; User Experience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79" y="3897154"/>
            <a:ext cx="6680121" cy="7258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6531" y="480441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Login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16531" y="5196721"/>
            <a:ext cx="63172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(Admin/User) with secure authentication protocols.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897154"/>
            <a:ext cx="6680121" cy="7258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96651" y="480441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Intuitive Navigation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7496651" y="5196721"/>
            <a:ext cx="63172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Menus are tailored to user roles for an optimal experience.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79" y="5668447"/>
            <a:ext cx="6680121" cy="7258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6531" y="657570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Responsive Pages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816531" y="6968014"/>
            <a:ext cx="63172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 pages with user-friendly forms for data entry and updates.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668447"/>
            <a:ext cx="6680121" cy="72580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96651" y="657570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Feedback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7496651" y="6968014"/>
            <a:ext cx="63172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feedback on actions like attendance marking and profile edits.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329" y="573762"/>
            <a:ext cx="7298769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 Screenshots &amp; Visuals</a:t>
            </a:r>
            <a:endParaRPr lang="en-US" sz="4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49" y="1777960"/>
            <a:ext cx="4273510" cy="250388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385" y="1777960"/>
            <a:ext cx="4273510" cy="2503884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8821" y="1777960"/>
            <a:ext cx="4273510" cy="2503884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49" y="4448770"/>
            <a:ext cx="13154501" cy="250388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30329" y="7322225"/>
            <a:ext cx="13169741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cues provide clear feedback for success or error messages, greatly enhancing overall usability.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667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661" y="3293745"/>
            <a:ext cx="6817281" cy="64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 &amp; Impact for Gyms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8661" y="4243388"/>
            <a:ext cx="6493907" cy="1526977"/>
          </a:xfrm>
          <a:prstGeom prst="roundRect">
            <a:avLst>
              <a:gd name="adj" fmla="val 322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1545" y="4456271"/>
            <a:ext cx="2876074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 &amp; Error Reduction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1545" y="4900255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savings in time and minimisation of errors in managing attendance and member data.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7832" y="4243388"/>
            <a:ext cx="6493907" cy="1526977"/>
          </a:xfrm>
          <a:prstGeom prst="roundRect">
            <a:avLst>
              <a:gd name="adj" fmla="val 322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0716" y="4456271"/>
            <a:ext cx="2892743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Engagement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30716" y="4900255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Boosts member engagement through transparent and easily accessible attendance tracking.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8661" y="5975628"/>
            <a:ext cx="6493907" cy="1526977"/>
          </a:xfrm>
          <a:prstGeom prst="roundRect">
            <a:avLst>
              <a:gd name="adj" fmla="val 322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1545" y="6188512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Simplified Admin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1545" y="6632496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Centralised control simplifies complex administrative tasks, making operations smoother.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17832" y="5975628"/>
            <a:ext cx="6493907" cy="1526977"/>
          </a:xfrm>
          <a:prstGeom prst="roundRect">
            <a:avLst>
              <a:gd name="adj" fmla="val 322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0716" y="6188512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Solution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30716" y="6632496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highly adaptable and scalable solution suitable for gyms of any size, from small studios to large fitness centres.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61863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Next Steps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innovative platform is designed to modernise gym operations with a technology solution you can trust.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551390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ready for immediate deployment and can be fully customised to meet your gym’s unique operational needs.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396734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invite you to discuss integration, comprehensive training, and future feature enhancements that can further optimise your gym management.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4592598"/>
            <a:ext cx="4124087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21638" y="5314236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feedback are always welcome.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2025-11-28T06:38:27Z</dcterms:created>
  <dcterms:modified xsi:type="dcterms:W3CDTF">2025-11-28T06:38:27Z</dcterms:modified>
</cp:coreProperties>
</file>